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Real-world examples: lost prescriptions during emergencies, data breaches in hospitals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multi-faceted approach - not just storage, but complete ecosystem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bidirectional data flow, emphasize serverless nature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efficiency: runs on Firebase free tier for testing, &lt;$50/month for 10K users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walkthrough of typical user flows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live biometric lock if possible on presentation machine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with password sharing (insecure, no audit)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Emphasize: AI ASSISTS admin, doesn't replace human judgment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Analogy: hash chain = sealed envelope, blockchain = public notarization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logarithmic efficiency for large datasets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actual transaction on PolygonScan if internet available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 'Is patient anemic?' → AI cites Record #1 with actual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both if time permits (show different responses to same question)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Defense in depth: even if one layer breached, others protect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this runs on Google's servers, cannot be bypassed by modified APK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real-world usability over theoretical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serverless cost advantages (pay only for usage, not idle capacity)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Tested with 5 beta users, 50+ documents, 15+ blockchain transactions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one challenge in detail with team problem-solving narrative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focus on India first (regulatory landscape, market need)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Academic prototype; production requires legal consultation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Acknowledge Practo/Apollo have telemedicine (we don't), but we have blockchain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parallel development (4 members working simultaneously)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member presents their module for 5-7 minutes during this section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plan: Pre-recorded video if live demo fails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as production-ready, not just academic proof-of-concept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specific 'aha moment' or breakthrough during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inspirational note about technology improving healthcare accessibility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Stay calm, if unsure say 'Great question for further research' rather than guessing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ChainCare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Blockchain-Secured Medical Records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Team Members: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• [Member 1] - Authentication &amp; User Management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• [Member 2] - Medical Records &amp; Data Management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• [Member 3] - Blockchain Audit Trail &amp; Verification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• [Member 4] - AI Clinical Assistants &amp; Doctor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Final Year Project | Computer Science &amp; Engineering |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❌ DATA FRAGMENTATION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Patient reports scattered across hospitals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No centralized access for emergencies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❌ SECURITY CONCERNS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Paper records easily lost/tampered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Digital records vulnerable to unauthorized access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❌ TRUST ISSUES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Cannot verify if records were altered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No audit trail of who accessed data when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❌ INFORMATION ASYMMETRY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Patients don't understand medical jargon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Doctors spend time re-diagnosing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Solution - ChainCare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A Complete Medical Records Ecosystem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✅ SECURE STORAGE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Cloud-based (Firebase) accessible anywhere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AES-256 encryption at rest and in transit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✅ BLOCKCHAIN AUDIT TRAIL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Immutable record of all data access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Polygon blockchain verification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✅ AI-POWERED ASSISTANCE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Doctor Clinical Assistant (data analysis)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Patient Medical Assistant (education)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✅ SMART CONSENT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QR-based patient consent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Every access logged and traceable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4-Layer Architecture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Layer 1: FRONTEND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Flutter Mobile App (iOS &amp; Android)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Layer 2: BACKEND - Firebase Ecosystem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Authentication (Email, OAuth, Phone OTP)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Firestore Database (NoSQL documents)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Cloud Storage (medical documents)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Cloud Functions (serverless Node.js)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Layer 3: BLOCKCHAIN - Polygon Amoy Testnet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Smart Contract (Solidity)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Daily audit hash posting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Layer 4: AI - Google Gemini 2.0 Flash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RAG architecture for 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Frontend: Flutter 3.24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Cross-platform (1 codebase for iOS + Android)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Authentication: Firebase Auth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Built-in email, OAuth, phone OTP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Database: Cloud Firestore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Real-time sync, offline support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Blockchain: Polygon Amoy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Low gas fees ($0.004/tx vs Ethereum $50+)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Smart Contract: Solidity 0.8.0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Ethereum-compatible, battle-tested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AI: Google Gemini 2.0 Flash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Free tier, medical knowledge, 32K context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Backend: Firebase Cloud Functions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Serverless, auto-scaling, Node.js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User Roles &amp;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🔵 PATIENT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Sign up with email/Google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Complete health profile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Upload medical records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Generate QR code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Chat with AI Assistant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View audit trail</a:t>
            </a:r>
          </a:p>
          <a:p>
            <a:pPr>
              <a:defRPr sz="1600">
                <a:solidFill>
                  <a:srgbClr val="212121"/>
                </a:solidFill>
              </a:defRPr>
            </a:pP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🟢 DOCTOR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Sign up and submit credentials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Wait for admin verification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Scan patient QR for consent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View patient history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Chat with Clinical Assistant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Upload prescriptions/notes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🟣 ADMIN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Review doctor applications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Approve/reject after ML analysis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Monitor blockchain posting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View global audit logs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System health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Feature: Biometric App 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Banking-Grade App Security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TRIGGER CONDITIONS: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✅ Cold Start (first launch after device restart)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✅ Resume from Background (&gt;60 seconds minimized)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❌ Does NOT trigger on internal navigation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PLATFORM SUPPORT: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iOS: FaceID, TouchID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Android: Fingerprint, Face Unlock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Fallback: Device passcode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SECURITY: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Biometric data NEVER leaves device (OS secure enclave)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IMPLEMENTATION: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Lifecycle management with AppLifecycleState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Time-based background detection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Platform-specific biometric APIs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Feature: QR-Based Consent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Explicit Patient Consent Mechanism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PROCESS FLOW: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Step 1: Patient generates Medical ID with QR code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Step 2: Doctor scans QR with in-app scanner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Step 3: System creates audit log entry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Step 4: Doctor gains READ access to patient records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Step 5: Audit entry included in blockchain post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QR DATA: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Only contains patient UID (28-char Firebase ID)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SECURITY: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Requires doctor authentication + QR physical proximity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AUDIT LOGGING: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Every scan creates immutable audit trail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(action, timestamp, doctor ID, patient ID)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Feature: AI-Assisted Doctor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ML-Powered Credential Verification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PROCESS: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1. Doctor uploads medical license image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2. ML Kit OCR extracts text on-device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3. AI analyzes: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Name matching (vs profile name)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Medical keywords detection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License number patterns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Document quality assessment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4. Confidence score generated (0.0 - 1.0)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5. Admin reviews with AI recommendations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CONFIDENCE THRESHOLDS: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✅ 0.9-1.0: High (green) - Fast-track approval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✅ 0.7-0.9: Good (green) - Likely approved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⚠️  0.4-0.7: Low (yellow) - Careful review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❌ 0.0-0.4: Reject (red) - Cannot submit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Blockchain Audit Trail -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Two-Layer Tamper-Evident System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LAYER 1: Real-Time Hash Chain (Firestore)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Every sensitive action creates audit entry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Each entry links to previous via SHA-256 hash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Breaking chain immediately detectable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LAYER 2: Daily Blockchain Anchoring (Polygon)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Midnight UTC: aggregate all day's entries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Compute Merkle root (1000 entries → 1 hash)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Post to public Polygon blockchain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External, immutable proof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WHY BOTH LAYERS?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Real-time: Immediate logging (no delay)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Blockchain: Prevents retroactive tampering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(even by Firebase admin)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Blockchain: Merkle Tree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Efficient Aggregation with Merkle Trees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BOTTOM LEVEL (Leaves):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Hash(Audit #1) | Hash(Audit #2) | Hash(Audit #3) | Hash(Audit #4)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LEVEL 2: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Hash(H1 + H2) | Hash(H3 + H4)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LEVEL 3 (Root):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Hash(H(1+2) + H(3+4)) ← Posted to blockchain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TAMPERING DETECTION: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Change Audit #2 → H2 changes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H2 changes → H(1+2) changes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H(1+2) changes → Root changes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Root on blockchain doesn't match → TAMPER DETECTED!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EFFICIENCY: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Logarithmic scaling (1M entries → 20 levels)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Blockchain: Smart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Solidity Smart Contract on Polygon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CONTRACT STRUCTURE: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AuditEntry struct (date, merkleRoot, count, timestamp)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Array of all audit entries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storeAuditHash() function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getAudit() view function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DEPLOYMENT: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Contract Address: 0x56bBF330d155B30aAeb904B93D21EeBCb1f96aB6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Network: Polygon Amoy Testnet (Chain ID: 80002)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Explorer: amoy.polygonscan.com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VALIDATION: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Requires 64-character SHA-256 hash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Immutable once posted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Publicly verifiable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COST: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~$0.004 USD per transaction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Clinical Assistants - RAG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RAG: Retrieval Augmented Generation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THE PROBLEM with Traditional LLMs: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No knowledge of patient-specific records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Hallucinates data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Cannot answer 'What medications am I on?'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RAG SOLUTION: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1. RETRIEVE patient records from Firestore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2. FORMAT into readable context (categorized)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3. AUGMENT AI prompt with records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4. GENERATE response grounded in actual data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CONTEXT EXAMPLE: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LAB TESTS (15 records)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Record #1 - Jan 09, 2025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Type: Blood Test - CBC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Hemoglobin: 13.5 g/dL, WBC: 7000/μL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BENEFITS: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No hallucination (cites actual records)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Up-to-date (fetches latest data)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Context-aware (analyzes patterns)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- Dual Personalities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DOCTOR CLINICAL ASSISTANT</a:t>
            </a:r>
          </a:p>
          <a:p>
            <a:pPr>
              <a:defRPr sz="1600">
                <a:solidFill>
                  <a:srgbClr val="212121"/>
                </a:solidFill>
              </a:defRPr>
            </a:pP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Tone: Professional, concise</a:t>
            </a:r>
          </a:p>
          <a:p>
            <a:pPr>
              <a:defRPr sz="1600">
                <a:solidFill>
                  <a:srgbClr val="212121"/>
                </a:solidFill>
              </a:defRPr>
            </a:pP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Language: Medical terminology</a:t>
            </a:r>
          </a:p>
          <a:p>
            <a:pPr>
              <a:defRPr sz="1600">
                <a:solidFill>
                  <a:srgbClr val="212121"/>
                </a:solidFill>
              </a:defRPr>
            </a:pP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Citations: 'According to Record #3, Dec 15...'</a:t>
            </a:r>
          </a:p>
          <a:p>
            <a:pPr>
              <a:defRPr sz="1600">
                <a:solidFill>
                  <a:srgbClr val="212121"/>
                </a:solidFill>
              </a:defRPr>
            </a:pP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Focus: Data analysis, trends</a:t>
            </a:r>
          </a:p>
          <a:p>
            <a:pPr>
              <a:defRPr sz="1600">
                <a:solidFill>
                  <a:srgbClr val="212121"/>
                </a:solidFill>
              </a:defRPr>
            </a:pP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Example: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'Mild anemia detected (Hgb 12.5, Record #2). Appears chronic based on previous CBC.'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PATIENT MEDICAL ASSISTANT</a:t>
            </a:r>
          </a:p>
          <a:p>
            <a:pPr>
              <a:defRPr sz="1600">
                <a:solidFill>
                  <a:srgbClr val="212121"/>
                </a:solidFill>
              </a:defRPr>
            </a:pP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Tone: Warm, conversational</a:t>
            </a:r>
          </a:p>
          <a:p>
            <a:pPr>
              <a:defRPr sz="1600">
                <a:solidFill>
                  <a:srgbClr val="212121"/>
                </a:solidFill>
              </a:defRPr>
            </a:pP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Language: Simple analogies</a:t>
            </a:r>
          </a:p>
          <a:p>
            <a:pPr>
              <a:defRPr sz="1600">
                <a:solidFill>
                  <a:srgbClr val="212121"/>
                </a:solidFill>
              </a:defRPr>
            </a:pP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Citations: 'Your Dec 15 blood test showed...'</a:t>
            </a:r>
          </a:p>
          <a:p>
            <a:pPr>
              <a:defRPr sz="1600">
                <a:solidFill>
                  <a:srgbClr val="212121"/>
                </a:solidFill>
              </a:defRPr>
            </a:pP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Focus: Education, reassurance</a:t>
            </a:r>
          </a:p>
          <a:p>
            <a:pPr>
              <a:defRPr sz="1600">
                <a:solidFill>
                  <a:srgbClr val="212121"/>
                </a:solidFill>
              </a:defRPr>
            </a:pP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Example: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'Your Dec test shows mild anemia - your red blood cell count is a bit low. Think of it like fewer delivery trucks carrying oxygen. Common and treatable!'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Security Pyramid - Defense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6 Layers of Security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Layer 1 (Foundation): DEVICE BIOMETRIC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FaceID, TouchID, Fingerprint - Data never leaves device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Layer 2: FIREBASE AUTHENTICATION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Email/password (bcrypt), Google OAuth, Phone OTP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Layer 3: DATA ENCRYPTION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At-rest: AES-256 | In-transit: HTTPS/TLS 1.3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Layer 4: ROLE-BASED ACCESS CONTROL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Firestore Security Rules (server-enforced)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Layer 5: AUDIT LOGGING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Every action logged, hash chain prevents tampering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Layer 6 (Apex): BLOCKCHAIN VERIFICATION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Daily Merkle root on Polygon - Public, immutable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Firestore Security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Server-Side Enforcement (Cannot Be Bypassed)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MEDICAL RECORDS: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✅ Patient can CRUD own records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✅ Doctors can READ any patient's records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✅ Doctors can WRITE records (prescriptions)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AUDIT CHAIN: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✅ Users can READ audit logs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❌ Only Cloud Functions can WRITE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CHAT HISTORY: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✅ Patient can access own chat history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❌ No one else (including doctors/admin)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ATTACK PREVENTION: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Patient tries to read another's record → DENIED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User tries to change own role → DENIED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Hacker modifies APK to write audit → DENIED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Runs on Google's servers, not in app!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Performance &amp;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Optimization Strategies Implemented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1. FIRESTORE QUERY OPTIMIZATION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Indexing on timestamp field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Pagination (limit 50 records per fetch)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Offline persistence (instant load from cache)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2. IMAGE COMPRESSION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Before: 5 MB JPEG → After: 800 KB JPEG (84% reduction)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3. AI CONTEXT PRUNING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Last 20 messages in conversation history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Truncate OCR text to 500 chars per record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Select 50 most relevant from &gt;100 records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4. APP SIZE REDUCTION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45 MB → 32 MB APK (28% reduction)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BENCHMARKS: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App launch: 1.2s (cold start)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Record upload: 3-5s (5 MB PDF)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AI response: 1-2s (average)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QR scan: &lt;1s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Development vs Production Costs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DEVELOPMENT (Testnet/Free):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All services: $0/month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PRODUCTION (10,000 users):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Firebase Auth: $0 (unlimited)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Firestore: ~$30/month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Cloud Storage: ~$10/month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Cloud Functions: ~$5/month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Polygon Blockchain: ~$1.50/month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Gemini AI: ~$1/month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TOTAL: ~$47.50/month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SCALING: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100 users: $0 (within free tier)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1,000 users: ~$15/month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10,000 users: ~$47/month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100,000 users: ~$250/month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Per-user cost at 10K scale: $0.00475/month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Testing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Multi-Layer Testing Strategy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UNIT TESTS (Base - Most Tests):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merkle_tree_service_test.dart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blockchain_service_test.dart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auth_service_test.dart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INTEGRATION TESTS (Middle):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Firestore Security Rules validation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Cloud Functions local emulation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API endpoint testing (Gemini AI)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UI TESTS (Widget tests):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Authentication screens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QR code generation/scanning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AI chat interface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MANUAL TESTING (Top - Critical):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End-to-end user journeys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Biometric lock on real devices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Blockchain transaction on testnet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TEST COVERAGE: 70% overall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CHALLENGE: Biometric lock triggered infinitely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SOLUTION: Static state persistence across rebuilds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CHALLENGE: Firestore quota exceeded during AI queries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SOLUTION: Intelligent record selection (50 most relevant)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CHALLENGE: Polygon gas price below minimum error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SOLUTION: Fetch current gas prices, enforce 30 Gwei minimum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CHALLENGE: OTP expired before user enters code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SOLUTION: 5-minute countdown timer + resend button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CHALLENGE: PDF parsing failed on some documents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SOLUTION: Cloud Function fallback with pdf-parse library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LEARNING OUTCOMES: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Blockchain has hidden complexities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LLM prompts require extensive iteration (50+ revisions)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Mobile app lifecycle management is nuanced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Future Enhancements -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PHASE 1 (Months 1-2): Production Readiness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Migrate to Polygon Mainnet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Implement full HIPAA compliance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Add encrypted backups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iOS App Store + Google Play deployment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PHASE 2 (Months 3-4): Feature Expansion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Telemedicine integration (video consultations)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Lab result auto-import (API integrations)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Medication reminders (push notifications)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Family account linking (parent-child records)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PHASE 3 (Months 5-6): Advanced AI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Multimodal Gemini (analyze X-rays, MRIs)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Predictive health insights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Symptom checker chatbot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Drug interaction warnings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LONG-TERM VISION: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Government healthcare integration (ABDM)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Insurance claim automation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Clinical trial recruitment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Compliance &amp; Regulations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✅ IMPLEMENTED: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Data encryption (AES-256, TLS)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Access control (role-based, audit logged)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Patient consent mechanism (QR-based)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Right to be Forgotten (account deletion)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Minimal data collection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⚠️ PARTIALLY IMPLEMENTED: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HIPAA Compliance (technical controls ✅, legal BAA ⏳)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GDPR Compliance (data privacy ✅, EU hosting ⏳)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❌ FUTURE WORK: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India Digital Personal Data Protection Act 2023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Clinical validation studies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Third-party security audit (penetration testing)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LEGAL DISCLAIMER: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ChainCare is a medical records repository, NOT diagnostic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AI assistants are educational, not medical advice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All clinical decisions must involve licensed physicians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Competitive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ChainCare vs Competitors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ChainCare | Practo | Apollo 247 | Google Health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Digital Records        ✅     |   ✅   |     ✅     |      ✅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Blockchain Audit       ✅     |   ❌   |     ❌     |      ❌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AI Assistant (Dual)    ✅     |   ❌   |     ❌     |      ⚠️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QR-Based Consent       ✅     |   ❌   |     ❌     |      ❌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OCR Upload             ✅     |   ❌   |     ✅     |      ❌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Open Source            ✅     |   ❌   |     ❌     |      ❌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Offline Support        ✅     |   ⚠️   |     ⚠️     |      ❌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UNIQUE SELLING POINTS: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1. ONLY blockchain-verified audit trail in India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2. ONLY dual AI assistants (doctor + patient)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3. ONLY explicit QR-based consent mechanism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4. Open-source academic project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6-Month Development Journey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MONTH 1 (July 2025): Planning &amp; Research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Technology stack, Firebase setup, UI/UX mockups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MONTH 2 (August 2025): Core Development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Authentication flows, document upload, database design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MONTH 3 (September 2025): Advanced Features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Biometric integration, ML Kit OCR, blockchain, AI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MONTH 4 (October 2025): Integration &amp; Testing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Cross-module integration, security rules, beta testing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MONTH 5 (November 2025): Polish &amp; Optimization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UI/UX refinements, performance optimization, bug fixes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MONTH 6 (December 2025): Final Prep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Presentation creation, live demo, documentation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MILESTONES: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✅ MVP (end of Month 2)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✅ Feature-complete (end of Month 4)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✅ Production-ready (end of Month 6)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Team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Balanced Module Ownership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[Member 1]: Authentication &amp; User Management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Files: 11 | LOC: 2,400 | Hours: 35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Features: Email/Google/Phone auth, Biometric lock, Profiles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[Member 2]: Medical Records &amp; Data Management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Files: 8 | LOC: 2,390 | Hours: 40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Features: Document upload, ML Kit OCR, QR system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[Member 3]: Blockchain Audit Trail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Files: 6 | LOC: 2,510 | Hours: 45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Features: Smart contract, Merkle trees, Cloud Functions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[Member 4]: AI Clinical Assistants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Files: 10 | LOC: 4,850 | Hours: 45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Features: RAG architecture, Dual AI, Admin dashboard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TOTAL: 165 hours | 9,500+ lines of code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Weekly sync meetings for cross-module testing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Demo Flow (5-10 minutes)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1. PATIENT JOURNEY (3 min):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Launch app → Biometric lock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Login → Patient dashboard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Upload medical document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Generate QR Medical ID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Chat with AI: 'What is my hemoglobin level?'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2. DOCTOR JOURNEY (3 min):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Login as doctor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Scan patient QR → Consent granted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View patient records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Chat with Clinical Assistant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3. ADMIN JOURNEY (2 min):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View pending doctor applications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Check ML confidence score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Approve doctor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4. BLOCKCHAIN VERIFICATION (2 min):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View transaction on PolygonScan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Verify Merkle root matches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Technical 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Notable Technical Accomplishments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🏆 FULL-STACK DEVELOPMENT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Flutter mobile app (9,500 LOC)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Node.js backend (600 LOC)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Solidity smart contract (210 LOC)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🏆 BLOCKCHAIN INTEGRATION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15+ successful transactions on Polygon Amoy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Merkle tree implementation from scratch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🏆 AI/ML IMPLEMENTATION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RAG architecture for context-aware AI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700+ lines of prompt engineering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🏆 SECURITY BEST PRACTICES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6-layer defense-in-depth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Server-side Firestore Security Rules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🏆 PERFORMANCE OPTIMIZATION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28% app size reduction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84% image compression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🏆 PRODUCTION-GRADE CODE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Comprehensive error handling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Logging and monitoring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Learnings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Key Learnings from 6-Month Journey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💡 TECHNICAL INSIGHTS: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Blockchain requires deep protocol understanding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LLMs need extensive prompt iteration (50+ revisions)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Mobile app lifecycle is complex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Firebase free tier is generous but requires design foresight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💡 TEAMWORK: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Clear module boundaries enable parallel development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Weekly integration meetings prevent conflicts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Documentation is critical for team collaboration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💡 PROBLEM-SOLVING: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Always have a backup plan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Error messages should be user-friendly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Testing on real devices reveals hidden issues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💡 HEALTHCARE DOMAIN: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Medical jargon intimidating for patients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Doctors value precision over friendliness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Regulatory compliance is complex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ChainCare: Bridging Healthcare &amp; Technology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WHAT WE BUILT: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✅ Production-grade mobile app (iOS + Android)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✅ Blockchain-secured audit trail (Polygon)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✅ Dual AI assistants (Doctor + Patient)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✅ Comprehensive security (6 layers)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REAL-WORLD IMPACT: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For Patients: Centralized records, AI education, data control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For Doctors: AI insights, verified credentials, transparency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For Healthcare: Tamper-proof records, reduced fraud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BY THE NUMBERS: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9,500+ lines of code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6 cutting-edge technologies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4 team members collaborating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165 hours of development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VISION: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'Empowering patients and doctors with secure, intelligent,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and transparent medical record management through</a:t>
            </a:r>
          </a:p>
          <a:p>
            <a:pPr lvl="1"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blockchain and AI.'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Thank You!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We're ready for your questions.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ANTICIPATED QUESTIONS: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Q: Why Polygon instead of Ethereum?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A: Cost - Polygon $0.004/tx vs Ethereum $50-200/tx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Q: How do you handle HIPAA compliance?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A: Technical controls implemented, legal BAA needed for production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Q: Can blockchain be hacked?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A: Polygon Mainnet has $7B+ locked, extremely secure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Q: What if Firebase goes down?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A: Offline persistence - app works from cache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Q: How accurate is the AI?</a:t>
            </a:r>
          </a:p>
          <a:p>
            <a:pPr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A: Educational tool, NOT diagnostic. Doctors make all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